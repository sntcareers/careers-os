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78.xml" ContentType="application/vnd.openxmlformats-officedocument.presentationml.slide+xml"/>
  <Override PartName="/ppt/slides/slide179.xml" ContentType="application/vnd.openxmlformats-officedocument.presentationml.slide+xml"/>
  <Override PartName="/ppt/slides/slide180.xml" ContentType="application/vnd.openxmlformats-officedocument.presentationml.slide+xml"/>
  <Override PartName="/ppt/slides/slide181.xml" ContentType="application/vnd.openxmlformats-officedocument.presentationml.slide+xml"/>
  <Override PartName="/ppt/slides/slide18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9" r:id="rId4"/>
    <p:sldId id="288" r:id="rId5"/>
    <p:sldId id="293" r:id="rId6"/>
    <p:sldId id="294" r:id="rId7"/>
    <p:sldId id="295" r:id="rId8"/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4" r:id="rId36"/>
    <p:sldId id="325" r:id="rId37"/>
    <p:sldId id="326" r:id="rId38"/>
    <p:sldId id="327" r:id="rId39"/>
    <p:sldId id="329" r:id="rId40"/>
    <p:sldId id="330" r:id="rId41"/>
    <p:sldId id="331" r:id="rId42"/>
    <p:sldId id="328" r:id="rId43"/>
    <p:sldId id="323" r:id="rId44"/>
    <p:sldId id="332" r:id="rId45"/>
    <p:sldId id="333" r:id="rId46"/>
    <p:sldId id="334" r:id="rId47"/>
    <p:sldId id="335" r:id="rId48"/>
    <p:sldId id="336" r:id="rId49"/>
    <p:sldId id="337" r:id="rId50"/>
    <p:sldId id="338" r:id="rId51"/>
    <p:sldId id="339" r:id="rId52"/>
    <p:sldId id="340" r:id="rId53"/>
    <p:sldId id="341" r:id="rId54"/>
    <p:sldId id="342" r:id="rId55"/>
    <p:sldId id="343" r:id="rId56"/>
    <p:sldId id="344" r:id="rId57"/>
    <p:sldId id="345" r:id="rId58"/>
    <p:sldId id="346" r:id="rId59"/>
    <p:sldId id="347" r:id="rId60"/>
    <p:sldId id="348" r:id="rId61"/>
    <p:sldId id="349" r:id="rId62"/>
    <p:sldId id="350" r:id="rId63"/>
    <p:sldId id="351" r:id="rId64"/>
    <p:sldId id="352" r:id="rId65"/>
    <p:sldId id="353" r:id="rId66"/>
    <p:sldId id="354" r:id="rId67"/>
    <p:sldId id="381" r:id="rId68"/>
    <p:sldId id="355" r:id="rId69"/>
    <p:sldId id="356" r:id="rId70"/>
    <p:sldId id="357" r:id="rId71"/>
    <p:sldId id="358" r:id="rId72"/>
    <p:sldId id="359" r:id="rId73"/>
    <p:sldId id="360" r:id="rId74"/>
    <p:sldId id="361" r:id="rId75"/>
    <p:sldId id="362" r:id="rId76"/>
    <p:sldId id="363" r:id="rId77"/>
    <p:sldId id="364" r:id="rId78"/>
    <p:sldId id="365" r:id="rId79"/>
    <p:sldId id="366" r:id="rId80"/>
    <p:sldId id="367" r:id="rId81"/>
    <p:sldId id="368" r:id="rId82"/>
    <p:sldId id="369" r:id="rId83"/>
    <p:sldId id="370" r:id="rId84"/>
    <p:sldId id="371" r:id="rId85"/>
    <p:sldId id="378" r:id="rId86"/>
    <p:sldId id="373" r:id="rId87"/>
    <p:sldId id="374" r:id="rId88"/>
    <p:sldId id="375" r:id="rId89"/>
    <p:sldId id="376" r:id="rId90"/>
    <p:sldId id="377" r:id="rId91"/>
    <p:sldId id="379" r:id="rId92"/>
    <p:sldId id="380" r:id="rId93"/>
    <p:sldId id="382" r:id="rId94"/>
    <p:sldId id="383" r:id="rId95"/>
    <p:sldId id="384" r:id="rId96"/>
    <p:sldId id="385" r:id="rId97"/>
    <p:sldId id="386" r:id="rId98"/>
    <p:sldId id="387" r:id="rId99"/>
    <p:sldId id="388" r:id="rId100"/>
    <p:sldId id="389" r:id="rId101"/>
    <p:sldId id="390" r:id="rId102"/>
    <p:sldId id="391" r:id="rId103"/>
    <p:sldId id="392" r:id="rId104"/>
    <p:sldId id="393" r:id="rId105"/>
    <p:sldId id="394" r:id="rId106"/>
    <p:sldId id="395" r:id="rId107"/>
    <p:sldId id="396" r:id="rId108"/>
    <p:sldId id="397" r:id="rId109"/>
    <p:sldId id="398" r:id="rId110"/>
    <p:sldId id="399" r:id="rId111"/>
    <p:sldId id="400" r:id="rId112"/>
    <p:sldId id="401" r:id="rId113"/>
    <p:sldId id="402" r:id="rId114"/>
    <p:sldId id="403" r:id="rId115"/>
    <p:sldId id="404" r:id="rId116"/>
    <p:sldId id="405" r:id="rId117"/>
    <p:sldId id="417" r:id="rId118"/>
    <p:sldId id="418" r:id="rId119"/>
    <p:sldId id="406" r:id="rId120"/>
    <p:sldId id="407" r:id="rId121"/>
    <p:sldId id="408" r:id="rId122"/>
    <p:sldId id="409" r:id="rId123"/>
    <p:sldId id="410" r:id="rId124"/>
    <p:sldId id="411" r:id="rId125"/>
    <p:sldId id="412" r:id="rId126"/>
    <p:sldId id="413" r:id="rId127"/>
    <p:sldId id="414" r:id="rId128"/>
    <p:sldId id="415" r:id="rId129"/>
    <p:sldId id="416" r:id="rId130"/>
    <p:sldId id="419" r:id="rId131"/>
    <p:sldId id="420" r:id="rId132"/>
    <p:sldId id="421" r:id="rId133"/>
    <p:sldId id="422" r:id="rId134"/>
    <p:sldId id="423" r:id="rId135"/>
    <p:sldId id="424" r:id="rId136"/>
    <p:sldId id="425" r:id="rId137"/>
    <p:sldId id="426" r:id="rId138"/>
    <p:sldId id="427" r:id="rId139"/>
    <p:sldId id="428" r:id="rId140"/>
    <p:sldId id="429" r:id="rId141"/>
    <p:sldId id="430" r:id="rId142"/>
    <p:sldId id="431" r:id="rId143"/>
    <p:sldId id="432" r:id="rId144"/>
    <p:sldId id="433" r:id="rId145"/>
    <p:sldId id="434" r:id="rId146"/>
    <p:sldId id="435" r:id="rId147"/>
    <p:sldId id="436" r:id="rId148"/>
    <p:sldId id="437" r:id="rId149"/>
    <p:sldId id="438" r:id="rId150"/>
    <p:sldId id="439" r:id="rId151"/>
    <p:sldId id="443" r:id="rId152"/>
    <p:sldId id="444" r:id="rId153"/>
    <p:sldId id="445" r:id="rId154"/>
    <p:sldId id="440" r:id="rId155"/>
    <p:sldId id="441" r:id="rId156"/>
    <p:sldId id="442" r:id="rId157"/>
    <p:sldId id="446" r:id="rId158"/>
    <p:sldId id="447" r:id="rId159"/>
    <p:sldId id="448" r:id="rId160"/>
    <p:sldId id="449" r:id="rId161"/>
    <p:sldId id="450" r:id="rId162"/>
    <p:sldId id="451" r:id="rId163"/>
    <p:sldId id="452" r:id="rId164"/>
    <p:sldId id="453" r:id="rId165"/>
    <p:sldId id="454" r:id="rId166"/>
    <p:sldId id="455" r:id="rId167"/>
    <p:sldId id="456" r:id="rId168"/>
    <p:sldId id="458" r:id="rId169"/>
    <p:sldId id="459" r:id="rId170"/>
    <p:sldId id="460" r:id="rId171"/>
    <p:sldId id="461" r:id="rId172"/>
    <p:sldId id="457" r:id="rId173"/>
    <p:sldId id="462" r:id="rId174"/>
    <p:sldId id="463" r:id="rId175"/>
    <p:sldId id="464" r:id="rId176"/>
    <p:sldId id="465" r:id="rId177"/>
    <p:sldId id="466" r:id="rId178"/>
    <p:sldId id="467" r:id="rId179"/>
    <p:sldId id="468" r:id="rId180"/>
    <p:sldId id="469" r:id="rId181"/>
    <p:sldId id="470" r:id="rId182"/>
    <p:sldId id="471" r:id="rId18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Numerical" id="{3C1CB04A-1B39-46BE-945B-2EF8D2FF4B06}">
          <p14:sldIdLst>
            <p14:sldId id="256"/>
            <p14:sldId id="261"/>
            <p14:sldId id="269"/>
            <p14:sldId id="288"/>
            <p14:sldId id="293"/>
            <p14:sldId id="294"/>
            <p14:sldId id="295"/>
            <p14:sldId id="296"/>
            <p14:sldId id="297"/>
            <p14:sldId id="298"/>
            <p14:sldId id="299"/>
            <p14:sldId id="300"/>
            <p14:sldId id="301"/>
            <p14:sldId id="302"/>
            <p14:sldId id="303"/>
            <p14:sldId id="304"/>
            <p14:sldId id="305"/>
            <p14:sldId id="306"/>
            <p14:sldId id="307"/>
            <p14:sldId id="308"/>
            <p14:sldId id="309"/>
            <p14:sldId id="310"/>
            <p14:sldId id="311"/>
            <p14:sldId id="312"/>
            <p14:sldId id="313"/>
            <p14:sldId id="314"/>
            <p14:sldId id="315"/>
            <p14:sldId id="316"/>
            <p14:sldId id="317"/>
            <p14:sldId id="318"/>
            <p14:sldId id="319"/>
            <p14:sldId id="320"/>
            <p14:sldId id="321"/>
            <p14:sldId id="322"/>
            <p14:sldId id="324"/>
            <p14:sldId id="325"/>
            <p14:sldId id="326"/>
            <p14:sldId id="327"/>
            <p14:sldId id="329"/>
            <p14:sldId id="330"/>
            <p14:sldId id="331"/>
            <p14:sldId id="328"/>
          </p14:sldIdLst>
        </p14:section>
        <p14:section name="Verbal" id="{4C85A13D-A730-44C9-8423-3B1E93536F61}">
          <p14:sldIdLst>
            <p14:sldId id="323"/>
            <p14:sldId id="332"/>
            <p14:sldId id="333"/>
            <p14:sldId id="334"/>
            <p14:sldId id="335"/>
            <p14:sldId id="336"/>
            <p14:sldId id="337"/>
            <p14:sldId id="338"/>
            <p14:sldId id="339"/>
            <p14:sldId id="340"/>
            <p14:sldId id="341"/>
            <p14:sldId id="342"/>
            <p14:sldId id="343"/>
            <p14:sldId id="344"/>
            <p14:sldId id="345"/>
            <p14:sldId id="346"/>
            <p14:sldId id="347"/>
            <p14:sldId id="348"/>
            <p14:sldId id="349"/>
            <p14:sldId id="350"/>
            <p14:sldId id="351"/>
            <p14:sldId id="352"/>
            <p14:sldId id="353"/>
            <p14:sldId id="354"/>
            <p14:sldId id="381"/>
            <p14:sldId id="355"/>
            <p14:sldId id="356"/>
            <p14:sldId id="357"/>
            <p14:sldId id="358"/>
            <p14:sldId id="359"/>
            <p14:sldId id="360"/>
            <p14:sldId id="361"/>
            <p14:sldId id="362"/>
            <p14:sldId id="363"/>
            <p14:sldId id="364"/>
            <p14:sldId id="365"/>
            <p14:sldId id="366"/>
            <p14:sldId id="367"/>
            <p14:sldId id="368"/>
            <p14:sldId id="369"/>
            <p14:sldId id="370"/>
            <p14:sldId id="371"/>
          </p14:sldIdLst>
        </p14:section>
        <p14:section name="Logical" id="{0FDBF6C6-D7EA-430C-989A-C9FA4491798C}">
          <p14:sldIdLst>
            <p14:sldId id="378"/>
            <p14:sldId id="373"/>
            <p14:sldId id="374"/>
            <p14:sldId id="375"/>
            <p14:sldId id="376"/>
            <p14:sldId id="377"/>
            <p14:sldId id="379"/>
            <p14:sldId id="380"/>
            <p14:sldId id="382"/>
            <p14:sldId id="383"/>
            <p14:sldId id="384"/>
            <p14:sldId id="385"/>
            <p14:sldId id="386"/>
            <p14:sldId id="387"/>
            <p14:sldId id="388"/>
            <p14:sldId id="389"/>
            <p14:sldId id="390"/>
            <p14:sldId id="391"/>
            <p14:sldId id="392"/>
            <p14:sldId id="393"/>
            <p14:sldId id="394"/>
            <p14:sldId id="395"/>
            <p14:sldId id="396"/>
            <p14:sldId id="397"/>
            <p14:sldId id="398"/>
            <p14:sldId id="399"/>
            <p14:sldId id="400"/>
            <p14:sldId id="401"/>
            <p14:sldId id="402"/>
            <p14:sldId id="403"/>
            <p14:sldId id="404"/>
            <p14:sldId id="405"/>
            <p14:sldId id="417"/>
            <p14:sldId id="418"/>
            <p14:sldId id="406"/>
            <p14:sldId id="407"/>
            <p14:sldId id="408"/>
            <p14:sldId id="409"/>
            <p14:sldId id="410"/>
            <p14:sldId id="411"/>
            <p14:sldId id="412"/>
            <p14:sldId id="413"/>
            <p14:sldId id="414"/>
            <p14:sldId id="415"/>
            <p14:sldId id="416"/>
            <p14:sldId id="419"/>
            <p14:sldId id="420"/>
            <p14:sldId id="421"/>
            <p14:sldId id="422"/>
            <p14:sldId id="423"/>
            <p14:sldId id="424"/>
            <p14:sldId id="425"/>
          </p14:sldIdLst>
        </p14:section>
        <p14:section name="Abstract" id="{657166CB-1948-4F4D-8E28-A15C48887279}">
          <p14:sldIdLst>
            <p14:sldId id="426"/>
            <p14:sldId id="427"/>
            <p14:sldId id="428"/>
            <p14:sldId id="429"/>
            <p14:sldId id="430"/>
            <p14:sldId id="431"/>
            <p14:sldId id="432"/>
            <p14:sldId id="433"/>
            <p14:sldId id="434"/>
            <p14:sldId id="435"/>
            <p14:sldId id="436"/>
            <p14:sldId id="437"/>
            <p14:sldId id="438"/>
            <p14:sldId id="439"/>
            <p14:sldId id="443"/>
            <p14:sldId id="444"/>
            <p14:sldId id="445"/>
            <p14:sldId id="440"/>
            <p14:sldId id="441"/>
            <p14:sldId id="442"/>
            <p14:sldId id="446"/>
            <p14:sldId id="447"/>
            <p14:sldId id="448"/>
            <p14:sldId id="449"/>
            <p14:sldId id="450"/>
            <p14:sldId id="451"/>
            <p14:sldId id="452"/>
            <p14:sldId id="453"/>
            <p14:sldId id="454"/>
          </p14:sldIdLst>
        </p14:section>
        <p14:section name="Situational" id="{5938970D-4158-4DAD-A704-1FD0B6D52AF6}">
          <p14:sldIdLst>
            <p14:sldId id="455"/>
            <p14:sldId id="456"/>
            <p14:sldId id="458"/>
            <p14:sldId id="459"/>
            <p14:sldId id="460"/>
            <p14:sldId id="461"/>
            <p14:sldId id="457"/>
            <p14:sldId id="462"/>
            <p14:sldId id="463"/>
            <p14:sldId id="464"/>
            <p14:sldId id="465"/>
            <p14:sldId id="466"/>
            <p14:sldId id="467"/>
            <p14:sldId id="468"/>
            <p14:sldId id="469"/>
            <p14:sldId id="470"/>
            <p14:sldId id="4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47" autoAdjust="0"/>
    <p:restoredTop sz="94660"/>
  </p:normalViewPr>
  <p:slideViewPr>
    <p:cSldViewPr snapToGrid="0">
      <p:cViewPr>
        <p:scale>
          <a:sx n="75" d="100"/>
          <a:sy n="75" d="100"/>
        </p:scale>
        <p:origin x="320" y="-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59" Type="http://schemas.openxmlformats.org/officeDocument/2006/relationships/slide" Target="slides/slide158.xml"/><Relationship Id="rId170" Type="http://schemas.openxmlformats.org/officeDocument/2006/relationships/slide" Target="slides/slide169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slide" Target="slides/slide148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160" Type="http://schemas.openxmlformats.org/officeDocument/2006/relationships/slide" Target="slides/slide159.xml"/><Relationship Id="rId181" Type="http://schemas.openxmlformats.org/officeDocument/2006/relationships/slide" Target="slides/slide180.xml"/><Relationship Id="rId22" Type="http://schemas.openxmlformats.org/officeDocument/2006/relationships/slide" Target="slides/slide21.xml"/><Relationship Id="rId43" Type="http://schemas.openxmlformats.org/officeDocument/2006/relationships/slide" Target="slides/slide42.xml"/><Relationship Id="rId64" Type="http://schemas.openxmlformats.org/officeDocument/2006/relationships/slide" Target="slides/slide63.xml"/><Relationship Id="rId118" Type="http://schemas.openxmlformats.org/officeDocument/2006/relationships/slide" Target="slides/slide117.xml"/><Relationship Id="rId139" Type="http://schemas.openxmlformats.org/officeDocument/2006/relationships/slide" Target="slides/slide138.xml"/><Relationship Id="rId85" Type="http://schemas.openxmlformats.org/officeDocument/2006/relationships/slide" Target="slides/slide84.xml"/><Relationship Id="rId150" Type="http://schemas.openxmlformats.org/officeDocument/2006/relationships/slide" Target="slides/slide149.xml"/><Relationship Id="rId171" Type="http://schemas.openxmlformats.org/officeDocument/2006/relationships/slide" Target="slides/slide170.xml"/><Relationship Id="rId12" Type="http://schemas.openxmlformats.org/officeDocument/2006/relationships/slide" Target="slides/slide11.xml"/><Relationship Id="rId33" Type="http://schemas.openxmlformats.org/officeDocument/2006/relationships/slide" Target="slides/slide32.xml"/><Relationship Id="rId108" Type="http://schemas.openxmlformats.org/officeDocument/2006/relationships/slide" Target="slides/slide107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5" Type="http://schemas.openxmlformats.org/officeDocument/2006/relationships/slide" Target="slides/slide74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61" Type="http://schemas.openxmlformats.org/officeDocument/2006/relationships/slide" Target="slides/slide160.xml"/><Relationship Id="rId182" Type="http://schemas.openxmlformats.org/officeDocument/2006/relationships/slide" Target="slides/slide18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5" Type="http://schemas.openxmlformats.org/officeDocument/2006/relationships/slide" Target="slides/slide64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51" Type="http://schemas.openxmlformats.org/officeDocument/2006/relationships/slide" Target="slides/slide150.xml"/><Relationship Id="rId172" Type="http://schemas.openxmlformats.org/officeDocument/2006/relationships/slide" Target="slides/slide171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slide" Target="slides/slide145.xml"/><Relationship Id="rId167" Type="http://schemas.openxmlformats.org/officeDocument/2006/relationships/slide" Target="slides/slide166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162" Type="http://schemas.openxmlformats.org/officeDocument/2006/relationships/slide" Target="slides/slide161.xml"/><Relationship Id="rId183" Type="http://schemas.openxmlformats.org/officeDocument/2006/relationships/slide" Target="slides/slide182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157" Type="http://schemas.openxmlformats.org/officeDocument/2006/relationships/slide" Target="slides/slide156.xml"/><Relationship Id="rId178" Type="http://schemas.openxmlformats.org/officeDocument/2006/relationships/slide" Target="slides/slide177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52" Type="http://schemas.openxmlformats.org/officeDocument/2006/relationships/slide" Target="slides/slide151.xml"/><Relationship Id="rId173" Type="http://schemas.openxmlformats.org/officeDocument/2006/relationships/slide" Target="slides/slide172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slide" Target="slides/slide146.xml"/><Relationship Id="rId168" Type="http://schemas.openxmlformats.org/officeDocument/2006/relationships/slide" Target="slides/slide167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163" Type="http://schemas.openxmlformats.org/officeDocument/2006/relationships/slide" Target="slides/slide162.xml"/><Relationship Id="rId184" Type="http://schemas.openxmlformats.org/officeDocument/2006/relationships/presProps" Target="presProps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158" Type="http://schemas.openxmlformats.org/officeDocument/2006/relationships/slide" Target="slides/slide157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3" Type="http://schemas.openxmlformats.org/officeDocument/2006/relationships/slide" Target="slides/slide152.xml"/><Relationship Id="rId174" Type="http://schemas.openxmlformats.org/officeDocument/2006/relationships/slide" Target="slides/slide173.xml"/><Relationship Id="rId179" Type="http://schemas.openxmlformats.org/officeDocument/2006/relationships/slide" Target="slides/slide178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slide" Target="slides/slide147.xml"/><Relationship Id="rId164" Type="http://schemas.openxmlformats.org/officeDocument/2006/relationships/slide" Target="slides/slide163.xml"/><Relationship Id="rId169" Type="http://schemas.openxmlformats.org/officeDocument/2006/relationships/slide" Target="slides/slide168.xml"/><Relationship Id="rId18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80" Type="http://schemas.openxmlformats.org/officeDocument/2006/relationships/slide" Target="slides/slide179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54" Type="http://schemas.openxmlformats.org/officeDocument/2006/relationships/slide" Target="slides/slide153.xml"/><Relationship Id="rId175" Type="http://schemas.openxmlformats.org/officeDocument/2006/relationships/slide" Target="slides/slide174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Relationship Id="rId165" Type="http://schemas.openxmlformats.org/officeDocument/2006/relationships/slide" Target="slides/slide164.xml"/><Relationship Id="rId186" Type="http://schemas.openxmlformats.org/officeDocument/2006/relationships/theme" Target="theme/theme1.xml"/><Relationship Id="rId27" Type="http://schemas.openxmlformats.org/officeDocument/2006/relationships/slide" Target="slides/slide26.xml"/><Relationship Id="rId48" Type="http://schemas.openxmlformats.org/officeDocument/2006/relationships/slide" Target="slides/slide47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34" Type="http://schemas.openxmlformats.org/officeDocument/2006/relationships/slide" Target="slides/slide133.xml"/><Relationship Id="rId80" Type="http://schemas.openxmlformats.org/officeDocument/2006/relationships/slide" Target="slides/slide79.xml"/><Relationship Id="rId155" Type="http://schemas.openxmlformats.org/officeDocument/2006/relationships/slide" Target="slides/slide154.xml"/><Relationship Id="rId176" Type="http://schemas.openxmlformats.org/officeDocument/2006/relationships/slide" Target="slides/slide175.xml"/><Relationship Id="rId17" Type="http://schemas.openxmlformats.org/officeDocument/2006/relationships/slide" Target="slides/slide16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24" Type="http://schemas.openxmlformats.org/officeDocument/2006/relationships/slide" Target="slides/slide123.xml"/><Relationship Id="rId70" Type="http://schemas.openxmlformats.org/officeDocument/2006/relationships/slide" Target="slides/slide69.xml"/><Relationship Id="rId91" Type="http://schemas.openxmlformats.org/officeDocument/2006/relationships/slide" Target="slides/slide90.xml"/><Relationship Id="rId145" Type="http://schemas.openxmlformats.org/officeDocument/2006/relationships/slide" Target="slides/slide144.xml"/><Relationship Id="rId166" Type="http://schemas.openxmlformats.org/officeDocument/2006/relationships/slide" Target="slides/slide165.xml"/><Relationship Id="rId187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60" Type="http://schemas.openxmlformats.org/officeDocument/2006/relationships/slide" Target="slides/slide59.xml"/><Relationship Id="rId81" Type="http://schemas.openxmlformats.org/officeDocument/2006/relationships/slide" Target="slides/slide80.xml"/><Relationship Id="rId135" Type="http://schemas.openxmlformats.org/officeDocument/2006/relationships/slide" Target="slides/slide134.xml"/><Relationship Id="rId156" Type="http://schemas.openxmlformats.org/officeDocument/2006/relationships/slide" Target="slides/slide155.xml"/><Relationship Id="rId177" Type="http://schemas.openxmlformats.org/officeDocument/2006/relationships/slide" Target="slides/slide17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7C7748-CA29-3CA9-2458-4A248A823D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5E7D576-09F6-D3D6-6D09-763D404E39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4602DC-D01E-2805-3C51-1DBEE87D99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233C8-0176-4CAA-A5FD-5756DFA4FE6B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07CA27-8ACB-297D-9820-CE63B56A1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F440A1-6A8C-653C-87BB-5FC9B266A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05A-CB35-4351-B6E9-17D748756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827070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BB3BF3-EE5C-B935-14AA-7E565C031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586F30-61BA-FB1B-B75C-EF34FAA5B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E809A7-C808-81A3-B2F4-5741C14A1F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233C8-0176-4CAA-A5FD-5756DFA4FE6B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738A37-3974-8790-9624-4E8B3A5A82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44F531-C1CE-AA5E-C56B-A8768F6E8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05A-CB35-4351-B6E9-17D748756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261094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EF8BF-6E68-7C07-E5A9-12366BFA58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28472-5132-44DF-2899-B3DA05D3F7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FAA16-74B8-6EEC-B2AA-C42D9592D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233C8-0176-4CAA-A5FD-5756DFA4FE6B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AC42F0-4F64-AFB6-7DC1-748C840225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0B9DA9-9DB8-0E23-B15F-9CA4E9113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05A-CB35-4351-B6E9-17D748756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240865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223CA0-E769-C8AD-0EEE-C7676FE131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79C791-17B1-B78B-124A-7CB01635827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B9E90B-4F3F-D3D1-AB49-2AA3684136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674901-DAB4-1DFA-C573-66A78491C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233C8-0176-4CAA-A5FD-5756DFA4FE6B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6D3093-6CBA-DFAF-DD82-F280637267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5F349D-F427-F3B1-70E5-DADDFFFB13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05A-CB35-4351-B6E9-17D748756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87805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F1550-8C82-1537-6A3E-23ED62C37D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45043F-FB42-925D-56EA-6CAA09CB14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82B79C-D6FE-CEE4-B41D-E401181153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9AD1FA7-6DC3-641F-EE79-DE0B9EF2E96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E530FE-B7D6-A8FD-C6EA-36FA8F83C4A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E6A70C-ECAA-F1D8-9EFC-B468A4A016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233C8-0176-4CAA-A5FD-5756DFA4FE6B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8C296F6-348C-E9EE-996D-4636B93FF7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1B41BE-CCAC-4CA2-01FB-F5AF5E78F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05A-CB35-4351-B6E9-17D748756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164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1D334E-7735-532E-EEC9-824DE75D0C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43DD1C2-2032-97ED-DBA8-4368ECBE2A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233C8-0176-4CAA-A5FD-5756DFA4FE6B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CB1CF54-7125-1001-B63A-1BDA717C62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65E008-30FC-9363-7B11-23C6FF0464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05A-CB35-4351-B6E9-17D748756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63693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674EBE-7C34-37EB-0BF7-AE4D49349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233C8-0176-4CAA-A5FD-5756DFA4FE6B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A3161B5-2A24-0EE7-2FC5-2FF74CFDA1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E5389F-B72A-0359-77BD-39280310EC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05A-CB35-4351-B6E9-17D748756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05013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36645-DC3C-B8D9-ABA7-E138023A5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01C17-6F72-05D7-748C-0BEF2BF765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E5989B-2116-BA58-0464-1C7579CAA8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E5D095-7EDD-7545-4733-949941979B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233C8-0176-4CAA-A5FD-5756DFA4FE6B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3AD236D-2758-1721-62EF-CE14573F1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556202-7755-F4EF-5741-974DB663F8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05A-CB35-4351-B6E9-17D748756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437899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AE90FD-B018-30EC-14E8-E54E6E12A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A83FF9-B2AC-7A0B-FBC8-F1B19A7CCE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212201C-48C6-CE2C-20F5-C2DED7FF43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98E842-DF80-1CF7-A2E9-73B38158C8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233C8-0176-4CAA-A5FD-5756DFA4FE6B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6D34944-63A9-2C24-89A9-B012A0508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EC16C5-7A5A-150D-35F5-17CB286D26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05A-CB35-4351-B6E9-17D748756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3565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E1BE2-E556-6FB0-C416-E468570E7B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30E8B95-91A4-0BFF-E41D-02649C37DD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8C3602-BEE3-0294-101D-DF14F72A82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233C8-0176-4CAA-A5FD-5756DFA4FE6B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CA0A33-571C-BE42-F3F8-84B5C01EB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F8BA25-0C01-2E23-FABC-461C7F9077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05A-CB35-4351-B6E9-17D748756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105533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63D326F-7C31-FB05-4B4E-37B4217F98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F24EC6-154C-CBB8-CA01-22B8495684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C751C0-56BF-6E18-ADA3-9DBA33A4B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E233C8-0176-4CAA-A5FD-5756DFA4FE6B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A3AC57-476F-EB2E-F5F0-A6C8B0CB46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E0329D-8F37-7554-2CB9-CA3F50028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39205A-CB35-4351-B6E9-17D748756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51755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0CD74D1-1B53-FD67-6A39-CA3CE7A3E4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8CB61-0D53-8D19-A77E-B0490346A1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FA8E08-25CE-697B-D1CB-71AC489C0D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3E233C8-0176-4CAA-A5FD-5756DFA4FE6B}" type="datetimeFigureOut">
              <a:rPr lang="en-GB" smtClean="0"/>
              <a:t>17/09/2025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D48F8A-B65E-ACBD-3A17-ABC625866B5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7070B7-B2AD-E26C-1338-2AF90FAD9D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939205A-CB35-4351-B6E9-17D74875686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82737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1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1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1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1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1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1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1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1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1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1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1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1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1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1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1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1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1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1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1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1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1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1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8.png"/><Relationship Id="rId1" Type="http://schemas.openxmlformats.org/officeDocument/2006/relationships/slideLayout" Target="../slideLayouts/slideLayout1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9.png"/><Relationship Id="rId1" Type="http://schemas.openxmlformats.org/officeDocument/2006/relationships/slideLayout" Target="../slideLayouts/slideLayout1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1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1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3.png"/><Relationship Id="rId1" Type="http://schemas.openxmlformats.org/officeDocument/2006/relationships/slideLayout" Target="../slideLayouts/slideLayout1.xml"/></Relationships>
</file>

<file path=ppt/slides/_rels/slide8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1.xml"/></Relationships>
</file>

<file path=ppt/slides/_rels/slide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1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6.png"/><Relationship Id="rId1" Type="http://schemas.openxmlformats.org/officeDocument/2006/relationships/slideLayout" Target="../slideLayouts/slideLayout1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7.png"/><Relationship Id="rId1" Type="http://schemas.openxmlformats.org/officeDocument/2006/relationships/slideLayout" Target="../slideLayouts/slideLayout1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1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9.png"/><Relationship Id="rId1" Type="http://schemas.openxmlformats.org/officeDocument/2006/relationships/slideLayout" Target="../slideLayouts/slideLayout1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0.png"/><Relationship Id="rId1" Type="http://schemas.openxmlformats.org/officeDocument/2006/relationships/slideLayout" Target="../slideLayouts/slideLayout1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1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2.png"/><Relationship Id="rId1" Type="http://schemas.openxmlformats.org/officeDocument/2006/relationships/slideLayout" Target="../slideLayouts/slideLayout1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4.png"/><Relationship Id="rId1" Type="http://schemas.openxmlformats.org/officeDocument/2006/relationships/slideLayout" Target="../slideLayouts/slideLayout1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1.xml"/></Relationships>
</file>

<file path=ppt/slides/_rels/slide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.xml"/></Relationships>
</file>

<file path=ppt/slides/_rels/slide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7.png"/><Relationship Id="rId1" Type="http://schemas.openxmlformats.org/officeDocument/2006/relationships/slideLayout" Target="../slideLayouts/slideLayout1.xml"/></Relationships>
</file>

<file path=ppt/slides/_rels/slide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1.xm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1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1.png"/><Relationship Id="rId1" Type="http://schemas.openxmlformats.org/officeDocument/2006/relationships/slideLayout" Target="../slideLayouts/slideLayout1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1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5.png"/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1.xml"/></Relationships>
</file>

<file path=ppt/slides/_rels/slide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7.png"/><Relationship Id="rId1" Type="http://schemas.openxmlformats.org/officeDocument/2006/relationships/slideLayout" Target="../slideLayouts/slideLayout1.xml"/></Relationships>
</file>

<file path=ppt/slides/_rels/slide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1.xml"/></Relationships>
</file>

<file path=ppt/slides/_rels/slide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9.png"/><Relationship Id="rId1" Type="http://schemas.openxmlformats.org/officeDocument/2006/relationships/slideLayout" Target="../slideLayouts/slideLayout1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1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1.png"/><Relationship Id="rId1" Type="http://schemas.openxmlformats.org/officeDocument/2006/relationships/slideLayout" Target="../slideLayouts/slideLayout1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1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4.png"/><Relationship Id="rId1" Type="http://schemas.openxmlformats.org/officeDocument/2006/relationships/slideLayout" Target="../slideLayouts/slideLayout1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5.png"/><Relationship Id="rId1" Type="http://schemas.openxmlformats.org/officeDocument/2006/relationships/slideLayout" Target="../slideLayouts/slideLayout1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6.png"/><Relationship Id="rId1" Type="http://schemas.openxmlformats.org/officeDocument/2006/relationships/slideLayout" Target="../slideLayouts/slideLayout1.xml"/></Relationships>
</file>

<file path=ppt/slides/_rels/slide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7.png"/><Relationship Id="rId1" Type="http://schemas.openxmlformats.org/officeDocument/2006/relationships/slideLayout" Target="../slideLayouts/slideLayout1.xml"/></Relationships>
</file>

<file path=ppt/slides/_rels/slide1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8.png"/><Relationship Id="rId1" Type="http://schemas.openxmlformats.org/officeDocument/2006/relationships/slideLayout" Target="../slideLayouts/slideLayout1.xml"/></Relationships>
</file>

<file path=ppt/slides/_rels/slide1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9.png"/><Relationship Id="rId1" Type="http://schemas.openxmlformats.org/officeDocument/2006/relationships/slideLayout" Target="../slideLayouts/slideLayout1.xml"/></Relationships>
</file>

<file path=ppt/slides/_rels/slide1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0.png"/><Relationship Id="rId1" Type="http://schemas.openxmlformats.org/officeDocument/2006/relationships/slideLayout" Target="../slideLayouts/slideLayout1.xml"/></Relationships>
</file>

<file path=ppt/slides/_rels/slide1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1.png"/><Relationship Id="rId1" Type="http://schemas.openxmlformats.org/officeDocument/2006/relationships/slideLayout" Target="../slideLayouts/slideLayout1.xml"/></Relationships>
</file>

<file path=ppt/slides/_rels/slide1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2.png"/><Relationship Id="rId1" Type="http://schemas.openxmlformats.org/officeDocument/2006/relationships/slideLayout" Target="../slideLayouts/slideLayout1.xml"/></Relationships>
</file>

<file path=ppt/slides/_rels/slide1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3.png"/><Relationship Id="rId1" Type="http://schemas.openxmlformats.org/officeDocument/2006/relationships/slideLayout" Target="../slideLayouts/slideLayout1.xml"/></Relationships>
</file>

<file path=ppt/slides/_rels/slide1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4.png"/><Relationship Id="rId1" Type="http://schemas.openxmlformats.org/officeDocument/2006/relationships/slideLayout" Target="../slideLayouts/slideLayout1.xml"/></Relationships>
</file>

<file path=ppt/slides/_rels/slide1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5.png"/><Relationship Id="rId1" Type="http://schemas.openxmlformats.org/officeDocument/2006/relationships/slideLayout" Target="../slideLayouts/slideLayout1.xml"/></Relationships>
</file>

<file path=ppt/slides/_rels/slide1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6.png"/><Relationship Id="rId1" Type="http://schemas.openxmlformats.org/officeDocument/2006/relationships/slideLayout" Target="../slideLayouts/slideLayout1.xml"/></Relationships>
</file>

<file path=ppt/slides/_rels/slide1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7.png"/><Relationship Id="rId1" Type="http://schemas.openxmlformats.org/officeDocument/2006/relationships/slideLayout" Target="../slideLayouts/slideLayout1.xml"/></Relationships>
</file>

<file path=ppt/slides/_rels/slide1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8.png"/><Relationship Id="rId1" Type="http://schemas.openxmlformats.org/officeDocument/2006/relationships/slideLayout" Target="../slideLayouts/slideLayout1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9.png"/><Relationship Id="rId1" Type="http://schemas.openxmlformats.org/officeDocument/2006/relationships/slideLayout" Target="../slideLayouts/slideLayout1.xml"/></Relationships>
</file>

<file path=ppt/slides/_rels/slide1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0.png"/><Relationship Id="rId1" Type="http://schemas.openxmlformats.org/officeDocument/2006/relationships/slideLayout" Target="../slideLayouts/slideLayout1.xml"/></Relationships>
</file>

<file path=ppt/slides/_rels/slide1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1.png"/><Relationship Id="rId1" Type="http://schemas.openxmlformats.org/officeDocument/2006/relationships/slideLayout" Target="../slideLayouts/slideLayout1.xml"/></Relationships>
</file>

<file path=ppt/slides/_rels/slide1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2.png"/><Relationship Id="rId1" Type="http://schemas.openxmlformats.org/officeDocument/2006/relationships/slideLayout" Target="../slideLayouts/slideLayout1.xml"/></Relationships>
</file>

<file path=ppt/slides/_rels/slide1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.xml"/></Relationships>
</file>

<file path=ppt/slides/_rels/slide1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4.png"/><Relationship Id="rId1" Type="http://schemas.openxmlformats.org/officeDocument/2006/relationships/slideLayout" Target="../slideLayouts/slideLayout1.xml"/></Relationships>
</file>

<file path=ppt/slides/_rels/slide1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5.png"/><Relationship Id="rId1" Type="http://schemas.openxmlformats.org/officeDocument/2006/relationships/slideLayout" Target="../slideLayouts/slideLayout1.xml"/></Relationships>
</file>

<file path=ppt/slides/_rels/slide1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6.png"/><Relationship Id="rId1" Type="http://schemas.openxmlformats.org/officeDocument/2006/relationships/slideLayout" Target="../slideLayouts/slideLayout1.xml"/></Relationships>
</file>

<file path=ppt/slides/_rels/slide1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7.png"/><Relationship Id="rId1" Type="http://schemas.openxmlformats.org/officeDocument/2006/relationships/slideLayout" Target="../slideLayouts/slideLayout1.xml"/></Relationships>
</file>

<file path=ppt/slides/_rels/slide1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.xml"/></Relationships>
</file>

<file path=ppt/slides/_rels/slide1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9.png"/><Relationship Id="rId1" Type="http://schemas.openxmlformats.org/officeDocument/2006/relationships/slideLayout" Target="../slideLayouts/slideLayout1.xml"/></Relationships>
</file>

<file path=ppt/slides/_rels/slide1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png"/><Relationship Id="rId1" Type="http://schemas.openxmlformats.org/officeDocument/2006/relationships/slideLayout" Target="../slideLayouts/slideLayout1.xml"/></Relationships>
</file>

<file path=ppt/slides/_rels/slide1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1.xml"/></Relationships>
</file>

<file path=ppt/slides/_rels/slide1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2.png"/><Relationship Id="rId1" Type="http://schemas.openxmlformats.org/officeDocument/2006/relationships/slideLayout" Target="../slideLayouts/slideLayout1.xml"/></Relationships>
</file>

<file path=ppt/slides/_rels/slide1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1.xml"/></Relationships>
</file>

<file path=ppt/slides/_rels/slide1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.xml"/></Relationships>
</file>

<file path=ppt/slides/_rels/slide1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5.png"/><Relationship Id="rId1" Type="http://schemas.openxmlformats.org/officeDocument/2006/relationships/slideLayout" Target="../slideLayouts/slideLayout1.xml"/></Relationships>
</file>

<file path=ppt/slides/_rels/slide1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6.png"/><Relationship Id="rId1" Type="http://schemas.openxmlformats.org/officeDocument/2006/relationships/slideLayout" Target="../slideLayouts/slideLayout1.xml"/></Relationships>
</file>

<file path=ppt/slides/_rels/slide1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1.xml"/></Relationships>
</file>

<file path=ppt/slides/_rels/slide1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8.png"/><Relationship Id="rId1" Type="http://schemas.openxmlformats.org/officeDocument/2006/relationships/slideLayout" Target="../slideLayouts/slideLayout1.xml"/></Relationships>
</file>

<file path=ppt/slides/_rels/slide1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9.png"/><Relationship Id="rId1" Type="http://schemas.openxmlformats.org/officeDocument/2006/relationships/slideLayout" Target="../slideLayouts/slideLayout1.xml"/></Relationships>
</file>

<file path=ppt/slides/_rels/slide1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0.png"/><Relationship Id="rId1" Type="http://schemas.openxmlformats.org/officeDocument/2006/relationships/slideLayout" Target="../slideLayouts/slideLayout1.xml"/></Relationships>
</file>

<file path=ppt/slides/_rels/slide1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1.png"/><Relationship Id="rId1" Type="http://schemas.openxmlformats.org/officeDocument/2006/relationships/slideLayout" Target="../slideLayouts/slideLayout1.xml"/></Relationships>
</file>

<file path=ppt/slides/_rels/slide1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2.png"/><Relationship Id="rId1" Type="http://schemas.openxmlformats.org/officeDocument/2006/relationships/slideLayout" Target="../slideLayouts/slideLayout1.xml"/></Relationships>
</file>

<file path=ppt/slides/_rels/slide1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3.png"/><Relationship Id="rId1" Type="http://schemas.openxmlformats.org/officeDocument/2006/relationships/slideLayout" Target="../slideLayouts/slideLayout1.xml"/></Relationships>
</file>

<file path=ppt/slides/_rels/slide1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4.png"/><Relationship Id="rId1" Type="http://schemas.openxmlformats.org/officeDocument/2006/relationships/slideLayout" Target="../slideLayouts/slideLayout1.xml"/></Relationships>
</file>

<file path=ppt/slides/_rels/slide1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5.png"/><Relationship Id="rId1" Type="http://schemas.openxmlformats.org/officeDocument/2006/relationships/slideLayout" Target="../slideLayouts/slideLayout1.xml"/></Relationships>
</file>

<file path=ppt/slides/_rels/slide1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6.png"/><Relationship Id="rId1" Type="http://schemas.openxmlformats.org/officeDocument/2006/relationships/slideLayout" Target="../slideLayouts/slideLayout1.xml"/></Relationships>
</file>

<file path=ppt/slides/_rels/slide1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7.png"/><Relationship Id="rId1" Type="http://schemas.openxmlformats.org/officeDocument/2006/relationships/slideLayout" Target="../slideLayouts/slideLayout1.xml"/></Relationships>
</file>

<file path=ppt/slides/_rels/slide1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8.png"/><Relationship Id="rId1" Type="http://schemas.openxmlformats.org/officeDocument/2006/relationships/slideLayout" Target="../slideLayouts/slideLayout1.xml"/></Relationships>
</file>

<file path=ppt/slides/_rels/slide1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9.png"/><Relationship Id="rId1" Type="http://schemas.openxmlformats.org/officeDocument/2006/relationships/slideLayout" Target="../slideLayouts/slideLayout1.xml"/></Relationships>
</file>

<file path=ppt/slides/_rels/slide1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0.png"/><Relationship Id="rId1" Type="http://schemas.openxmlformats.org/officeDocument/2006/relationships/slideLayout" Target="../slideLayouts/slideLayout1.xml"/></Relationships>
</file>

<file path=ppt/slides/_rels/slide1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1.png"/><Relationship Id="rId1" Type="http://schemas.openxmlformats.org/officeDocument/2006/relationships/slideLayout" Target="../slideLayouts/slideLayout1.xml"/></Relationships>
</file>

<file path=ppt/slides/_rels/slide1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2.png"/><Relationship Id="rId1" Type="http://schemas.openxmlformats.org/officeDocument/2006/relationships/slideLayout" Target="../slideLayouts/slideLayout1.xml"/></Relationships>
</file>

<file path=ppt/slides/_rels/slide1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3.png"/><Relationship Id="rId1" Type="http://schemas.openxmlformats.org/officeDocument/2006/relationships/slideLayout" Target="../slideLayouts/slideLayout1.xml"/></Relationships>
</file>

<file path=ppt/slides/_rels/slide1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4.png"/><Relationship Id="rId1" Type="http://schemas.openxmlformats.org/officeDocument/2006/relationships/slideLayout" Target="../slideLayouts/slideLayout1.xml"/></Relationships>
</file>

<file path=ppt/slides/_rels/slide1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5.png"/><Relationship Id="rId1" Type="http://schemas.openxmlformats.org/officeDocument/2006/relationships/slideLayout" Target="../slideLayouts/slideLayout1.xml"/></Relationships>
</file>

<file path=ppt/slides/_rels/slide1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6.png"/><Relationship Id="rId1" Type="http://schemas.openxmlformats.org/officeDocument/2006/relationships/slideLayout" Target="../slideLayouts/slideLayout1.xml"/></Relationships>
</file>

<file path=ppt/slides/_rels/slide1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7.png"/><Relationship Id="rId1" Type="http://schemas.openxmlformats.org/officeDocument/2006/relationships/slideLayout" Target="../slideLayouts/slideLayout1.xml"/></Relationships>
</file>

<file path=ppt/slides/_rels/slide1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8.png"/><Relationship Id="rId1" Type="http://schemas.openxmlformats.org/officeDocument/2006/relationships/slideLayout" Target="../slideLayouts/slideLayout1.xml"/></Relationships>
</file>

<file path=ppt/slides/_rels/slide1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9.png"/><Relationship Id="rId1" Type="http://schemas.openxmlformats.org/officeDocument/2006/relationships/slideLayout" Target="../slideLayouts/slideLayout1.xml"/></Relationships>
</file>

<file path=ppt/slides/_rels/slide1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0.png"/><Relationship Id="rId1" Type="http://schemas.openxmlformats.org/officeDocument/2006/relationships/slideLayout" Target="../slideLayouts/slideLayout1.xml"/></Relationships>
</file>

<file path=ppt/slides/_rels/slide1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1.xml"/></Relationships>
</file>

<file path=ppt/slides/_rels/slide1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1.xml"/></Relationships>
</file>

<file path=ppt/slides/_rels/slide1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3.png"/><Relationship Id="rId1" Type="http://schemas.openxmlformats.org/officeDocument/2006/relationships/slideLayout" Target="../slideLayouts/slideLayout1.xml"/></Relationships>
</file>

<file path=ppt/slides/_rels/slide1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4.png"/><Relationship Id="rId1" Type="http://schemas.openxmlformats.org/officeDocument/2006/relationships/slideLayout" Target="../slideLayouts/slideLayout1.xml"/></Relationships>
</file>

<file path=ppt/slides/_rels/slide1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5.png"/><Relationship Id="rId1" Type="http://schemas.openxmlformats.org/officeDocument/2006/relationships/slideLayout" Target="../slideLayouts/slideLayout1.xml"/></Relationships>
</file>

<file path=ppt/slides/_rels/slide1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6.png"/><Relationship Id="rId1" Type="http://schemas.openxmlformats.org/officeDocument/2006/relationships/slideLayout" Target="../slideLayouts/slideLayout1.xml"/></Relationships>
</file>

<file path=ppt/slides/_rels/slide1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1.xml"/></Relationships>
</file>

<file path=ppt/slides/_rels/slide1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8.png"/><Relationship Id="rId1" Type="http://schemas.openxmlformats.org/officeDocument/2006/relationships/slideLayout" Target="../slideLayouts/slideLayout1.xml"/></Relationships>
</file>

<file path=ppt/slides/_rels/slide1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9.png"/><Relationship Id="rId1" Type="http://schemas.openxmlformats.org/officeDocument/2006/relationships/slideLayout" Target="../slideLayouts/slideLayout1.xml"/></Relationships>
</file>

<file path=ppt/slides/_rels/slide1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1.xml"/></Relationships>
</file>

<file path=ppt/slides/_rels/slide1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1.png"/><Relationship Id="rId1" Type="http://schemas.openxmlformats.org/officeDocument/2006/relationships/slideLayout" Target="../slideLayouts/slideLayout1.xml"/></Relationships>
</file>

<file path=ppt/slides/_rels/slide1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7D242F9-E9D2-5857-B398-B399B9FFA8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3754" y="1904921"/>
            <a:ext cx="5664491" cy="304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63551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6E527-7148-7CB0-549B-02BC123AD9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81F98EC-4B0A-FF57-53A0-EBF6AB7B54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8903" y="1939848"/>
            <a:ext cx="6674193" cy="29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529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7AE129-2F89-88FB-A2E1-2C77B43B10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E3B0FA-6383-B2FB-78AD-BA242D2B74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4088" y="2047804"/>
            <a:ext cx="7283824" cy="2762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6803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43331D-007F-6E81-E68E-C50688C2E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0C4803-FF48-D795-A29F-A040232B02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11346" y="1939848"/>
            <a:ext cx="5969307" cy="29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380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0D37AE-F425-AA50-3AE0-0506A52C97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A41B7A-A8BA-8FC6-17BC-19F40AF9ED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1276" y="1901746"/>
            <a:ext cx="6769448" cy="30545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789816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CD968C-B1F5-3534-9BBB-689CFDE612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CC094E6-4FFF-04DB-96DE-0F89F4BE61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4229" y="1920797"/>
            <a:ext cx="5683542" cy="301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7868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E3E44-E6D9-DC8F-3A3F-9102843AA2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E5B6C12-1A1C-EDAF-6DD3-61BC02FF7E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1715" y="2092256"/>
            <a:ext cx="7188569" cy="2673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1088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3843AB-7FA6-E196-5ADF-41DA8F7B16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D8583C-9095-85EA-CB75-19154B30F2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874" y="1939848"/>
            <a:ext cx="6820251" cy="29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76740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F0D61B-1A36-9A64-5E6D-4153BCA82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ABEC2CC-C51A-363C-2A74-21668F9C71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703" y="1933498"/>
            <a:ext cx="5702593" cy="2991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57858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A2603F-BD1F-5EB1-3A8F-EA72047DA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F7BDD4-4CBE-5F7C-719B-2EBFD01D3D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3643" y="1885870"/>
            <a:ext cx="5124713" cy="3086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13817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954C32-7ED3-2F3E-32D5-F5B396D39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B45928-5747-975D-265B-6EE044531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4738" y="1920797"/>
            <a:ext cx="5302523" cy="301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4374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712E6F-73E3-9775-B1B6-B66053857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9C0196A-54B7-377F-E33F-020BF5FC63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139" y="2044629"/>
            <a:ext cx="7245722" cy="2768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993572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3246F7-A5C9-2968-7BB6-72D68227A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258E604-1CEA-2B9B-60D5-8A74A23B3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3239" y="1943023"/>
            <a:ext cx="4305521" cy="29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04047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7F5DF3-6964-017A-91ED-21AA2D4CA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D996F7-D9C3-6B00-815B-E42532226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2735" y="1920797"/>
            <a:ext cx="6426530" cy="3016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2949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46B86D-BD81-ED94-7C11-AB30AD792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628C96-48C1-27C5-5C98-FFC6189683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941" y="2378021"/>
            <a:ext cx="7144117" cy="21019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92894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DB0492-F360-3EC9-97E7-E9A5E3138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8809BDB-819F-3E0C-BAB4-056619087B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3139" y="2082731"/>
            <a:ext cx="7245722" cy="2692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6963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A017A6-EF58-CE68-0A8C-19A0DB94E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82FB0E-3F8E-003C-0AAC-D1616DE082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7146" y="1949374"/>
            <a:ext cx="4997707" cy="29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017224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40E251-AE69-BAD8-227F-F4E45F853E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644719-D315-5BBD-89CF-E30DBDF80B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621" y="1939848"/>
            <a:ext cx="5016758" cy="29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1024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CAEDC9-9094-94DC-D07B-5C043655D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C474318-AF84-733F-8A77-A1323EC49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220" y="1949374"/>
            <a:ext cx="5067560" cy="29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42574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30204A-ED49-1E2D-BAA6-440F1FF83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F600292-8C45-B4C6-A781-3E9FF5F95C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3941" y="2171635"/>
            <a:ext cx="7144117" cy="25147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91154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1D6871-99D3-31FF-A599-7FE783B8DC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301303-5997-EAE8-E011-DACE608050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047" y="1882695"/>
            <a:ext cx="5943905" cy="30926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803732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9318F6-4B94-A0BA-FD58-E44659D0D1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B26622F-62B9-3484-FF04-56A9CC0F1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0357" y="1914447"/>
            <a:ext cx="4591286" cy="3029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7966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587FAC-BAF2-294A-7C25-E92AC3BD66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42119E-AAF7-A58C-36E9-591BBC280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750" y="1923972"/>
            <a:ext cx="6788499" cy="3010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75774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9DFCB-9D5B-74C3-C7B2-9195EE99F1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CB37CCE-600C-5E52-4279-E6839F710A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1604" y="1958899"/>
            <a:ext cx="6648792" cy="29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1961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7A358-B275-5FAC-5F5E-ACE9D3C2B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4936734-A092-B118-EBF7-D54A29756F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16056" y="1962074"/>
            <a:ext cx="6559887" cy="2933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596132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04D427-E12F-6EF4-8059-23A657157E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85C408-2536-FFFC-F422-F65ECE1CD6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9342" y="2149409"/>
            <a:ext cx="7093315" cy="255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980424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04CDB9-AFC1-0E1C-F4F3-07BFF97E6A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DFF585C-4788-14B8-3E21-846C31830E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8868" y="1997001"/>
            <a:ext cx="7074264" cy="28639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79500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18D13-51CB-5107-CA48-A15D933F8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466A81E-493F-845C-7F13-7A961E05FE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378" y="1958899"/>
            <a:ext cx="6693244" cy="29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883938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4EE4D-70C1-6C42-DC6E-C2DA60E9A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F9CF5BE-D8AB-4DA2-6DBE-4A0B3B59B7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9443" y="1904921"/>
            <a:ext cx="4153113" cy="3048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275752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8BC102-24F7-7E5C-F21F-6413EA7CF5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2AB398-8D8B-5B87-FDEA-40B46D5A32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5980" y="1939848"/>
            <a:ext cx="5620039" cy="2978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412053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046C60-66D0-C79A-CA90-DE8AE1D7F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B94B1D3-331C-4595-576D-BE7BA6F4D8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416" y="2016052"/>
            <a:ext cx="7163168" cy="28258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925533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87667-F1FF-649A-8173-384FC4171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DB5CBB-469B-A65C-B589-D4A4788DF7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992" y="2149409"/>
            <a:ext cx="7106015" cy="2559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59824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126D4-16EC-D083-3DE3-078917DE95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B6CBA85-DDFF-E286-A8B1-0F0417034E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4733" y="1949374"/>
            <a:ext cx="3562533" cy="2959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6012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68D5F6-DECE-E97E-CF72-D0FF8C2E3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C18DD1-A875-A4F7-4517-EFEE48A641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2518" y="2111307"/>
            <a:ext cx="7086964" cy="26353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9074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83228A-F041-2395-F72B-0E826908A3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62DC33-6D39-8AF1-3E04-B5F7BA88AF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5178" y="1943023"/>
            <a:ext cx="5721644" cy="29719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443222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72EC63-7252-8F8C-A57A-8D4B46100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76281D-B3C0-8CDA-62BD-4C347B2030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123" y="1968425"/>
            <a:ext cx="6883754" cy="2921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4052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CB8174-7035-F032-1226-2AC85A096D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DF6854-FAF3-CA13-06D1-F368FD6347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291" y="2311342"/>
            <a:ext cx="7131417" cy="223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672801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3B091C-6E9B-2790-F15E-F8FDF04686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7E2635E-4872-5A15-78DA-E188633F840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0362" y="1958899"/>
            <a:ext cx="6331275" cy="29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54671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396D8-0D23-0AD9-C7E9-0752CF8673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206062-6196-22B2-D270-FC64F7554E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9080" y="1958899"/>
            <a:ext cx="4673840" cy="2940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482378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416D59-7E0F-B7FE-B566-CF14D9087E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37331F3-6A8E-B2B2-639F-25B3F981CE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2664" y="2095431"/>
            <a:ext cx="7226671" cy="26671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65141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138EAF-A0B1-9BA4-3942-E053DF776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D29AA70-9AE6-88F5-AF7E-8D6FE41BAC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0766" y="1987476"/>
            <a:ext cx="7150467" cy="2883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724344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EF2AFA-0387-F062-E461-44DA0C59E3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224D4D1-9F66-F927-6D0B-A475444DA7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620" y="1930323"/>
            <a:ext cx="7010760" cy="29973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747585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A0E96-4CFF-1006-7A27-8D153D04A5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14CEF60-5320-7153-D26B-12A7381C4F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349" y="2616158"/>
            <a:ext cx="6839301" cy="16256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9461897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8853B3-3B4B-A7F7-6624-1152EDB9EF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C8F4C9-BAAC-0671-C23D-016A02DDA6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9852" y="2749515"/>
            <a:ext cx="6712295" cy="1358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0128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B6ED2F-4906-CC01-7CFF-77C4F30D9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FBACCC-3EF6-C9CB-2C33-33EFC7EB61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750" y="2711413"/>
            <a:ext cx="6788499" cy="143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23821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8E65A5-6A44-5FDD-89C9-EB2D29B0CC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1E68F1-734B-B1BE-8FA8-EB397122AB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3174" y="2533604"/>
            <a:ext cx="6845652" cy="1790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68941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1801BB-3987-6D1F-9855-5E0F8DFD9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8FC04-D01E-2BEB-4E63-B7242EABD4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874" y="2873346"/>
            <a:ext cx="6820251" cy="111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307563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FDD09E-AEB5-F476-8E5F-FBAE13CB9C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11A1FA-420D-0F3A-EF18-DF3A3B0E68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546" y="2635209"/>
            <a:ext cx="6940907" cy="1587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823604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219439-1E64-2F87-E9D6-E6EA3079B9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9424000-22C6-3A18-78E5-9DBFABB8F1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9378" y="2816193"/>
            <a:ext cx="6693244" cy="122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8917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5476BB-DF9C-DC10-101D-42C916376A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DB8B0D2-0474-1124-685A-74D810A09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196" y="2819368"/>
            <a:ext cx="6953607" cy="1219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8844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34EB7-F7E7-26A7-87CA-1C4DF2895A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C25756B-E219-D5BA-072B-A18062EE2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874" y="2711413"/>
            <a:ext cx="6820251" cy="1435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549961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03880A-BC7D-F6F6-4ADC-F6AEA44D4D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793480-DE54-AF67-79EA-34536D224C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0291" y="2911448"/>
            <a:ext cx="7131417" cy="103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826789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00D63F-B8B8-7F8D-FA43-E0E7AA0AA0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1707719-0633-BD97-D343-43A1A8B6B0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4925" y="2768566"/>
            <a:ext cx="6782149" cy="132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06872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05F2B2-2336-FB86-04FA-60E2F0A1C2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B7CB95-2FD8-1833-4347-0F753951C0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773" y="2463750"/>
            <a:ext cx="6896454" cy="1930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249090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A84A6-684A-AFAB-BF21-1531151995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B06B85A-386F-1062-3C2E-8CDF28B1D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8393" y="2787617"/>
            <a:ext cx="7055213" cy="1282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68273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1EFD53-50B5-C561-DD12-87098D7522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ACC34C-3AEB-CE23-A071-EB15F71E36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773" y="2549480"/>
            <a:ext cx="6896454" cy="175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800223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7B16C1-AF08-FDA4-0B1B-9AF2CC4BD2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425CCA9-B062-54D3-006C-003C4E1593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7444" y="2400247"/>
            <a:ext cx="7017111" cy="20575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404374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69EFCC-F76C-49A0-DC51-5C13FD4713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D84E18-5413-1352-F87C-4FA374357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1241" y="2730464"/>
            <a:ext cx="7169518" cy="1397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451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66761-826A-AB1F-6B42-74AA50A8BF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5FC299-12B4-20B3-1A15-83B99CE4C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6021" y="2549480"/>
            <a:ext cx="6959958" cy="175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2284428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071B13-68F2-CAF5-1EB4-07BD1CB0F9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E02C44-1C56-F5BA-A405-61CF14D11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30327" y="2759040"/>
            <a:ext cx="6731346" cy="1339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383669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CE1CE-1BD7-1998-7251-F2A72A7FE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4976C7-13D0-AD4C-81E3-AD81F4350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2225" y="2825719"/>
            <a:ext cx="6807550" cy="12065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3700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539E8B-3185-7D8E-7C6B-B9E84ADCBF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C1381EC-13FA-3B92-7C04-ED7E8FB445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298" y="2920974"/>
            <a:ext cx="6877403" cy="101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39142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5A123-0CF8-F086-8274-FA2314C45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526A99-DDCE-43A7-B1C9-78662F33D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7954" y="2768566"/>
            <a:ext cx="6636091" cy="132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3337711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68EE18-5644-63D4-73C9-76A538950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DBACE5-787A-23AD-7435-C1D9A4BD85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5072" y="2800317"/>
            <a:ext cx="6921856" cy="12573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4909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642A1D-D9C0-8EDD-D1A7-E1A4711DB4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061DEB-3910-F278-228B-86B3166F1B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349" y="2701887"/>
            <a:ext cx="6839301" cy="1454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0295202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FBA3ED-9DAA-10B7-B068-8658C9F4E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0BAEF48-7ED1-C628-C7D2-9984031D1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3648" y="2882872"/>
            <a:ext cx="6864703" cy="109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3862061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D4FA3-52BC-64FD-95FF-68D24BFA24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C7254A-4DCA-6D26-6C38-56747ED372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2043" y="2873346"/>
            <a:ext cx="7067913" cy="111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41110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46A738-8C77-A897-848A-A20F6997C8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AD96899-D8B3-CE69-20E0-2236B68AAB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970" y="2762215"/>
            <a:ext cx="6998060" cy="133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416863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F5D12A-C5F4-89A5-751A-29FDEE424A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937750-A6BC-D97C-57A7-486C81DEC4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4123" y="2644734"/>
            <a:ext cx="6883754" cy="15685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0891591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E1827-35CB-6023-836B-DB870D8B8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E1ADD6-D694-8245-04F7-A36B24A9D5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750" y="2835244"/>
            <a:ext cx="6788499" cy="1187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778478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E775E6-C10B-92C2-BE68-44D332881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F9E8E2-6997-36AF-CDDE-F5B9A694F2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349" y="2714588"/>
            <a:ext cx="6839301" cy="14288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370278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247C6-1F90-4E55-B7DC-6E9F43B25E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72F4EAF-0871-1F65-2AB5-CB04C89374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9196" y="2762215"/>
            <a:ext cx="6953607" cy="13335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3125206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371C4F-9E93-8462-2C70-D168C57C74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CE76A1-8DA1-A847-01BF-E35D0F2366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20801" y="2882872"/>
            <a:ext cx="6750397" cy="1092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511739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43B784-3469-2FD8-FDEB-61ADC22712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A0BEE9C-B92F-87B1-4AFE-323431F592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8722" y="2733639"/>
            <a:ext cx="6934556" cy="1390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914466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89F72A-14F9-0936-C450-EEBF036415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B653D4-1498-C243-DE20-5F2B7EA2AD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4597" y="2743165"/>
            <a:ext cx="6902805" cy="13716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97464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D1EBE4-587E-EFCB-2B7E-9B0533FC84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6E6B6CC-4E40-7A9F-9E53-938DDC6D7F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1094" y="2628859"/>
            <a:ext cx="7029811" cy="1600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364484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12A317-9D52-9C4C-F443-408F17E33B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3EC121-2265-5E64-36C2-30E348340A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6824" y="2609808"/>
            <a:ext cx="6858352" cy="16383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4224371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65742A-138E-315E-3790-8C94D12978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3449B5F-B0C1-92E5-CB14-E6A6A2F3B9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750" y="2873346"/>
            <a:ext cx="6788499" cy="1111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688299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61AE9-607B-A975-AAFC-F2798DEA0E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FF3207-EF8D-933E-70A3-35BCAE3180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0145" y="2397072"/>
            <a:ext cx="6991709" cy="206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10761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B29C6-887F-5694-158B-CEA448C94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830C923-3957-5C0F-985D-A50B4D2178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6349" y="2368495"/>
            <a:ext cx="6839301" cy="212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297703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AF11F1-9E33-EFEF-686A-086461F9A2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2CD850-5724-8498-AA16-896C4B6FA7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01750" y="2457400"/>
            <a:ext cx="6788499" cy="19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98623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A20802-CD72-6C3B-132F-640F5711FD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733932C-D14D-FFAB-CE49-0BD746C603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7298" y="2381196"/>
            <a:ext cx="6877403" cy="20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08814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E8CDCC-8BEA-408E-AF0D-0A919EB259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745948-82E1-34E0-2408-07B3B38C14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8247" y="2187511"/>
            <a:ext cx="6915505" cy="248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98227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4D6D5A-D49C-1D03-9EAC-854CAFD536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88A4A5D-B950-DDA0-78CE-EC0206D652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773" y="2492327"/>
            <a:ext cx="6896454" cy="18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290204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519741-FC78-D15F-BEA4-CE78EEF400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4AC646-29EF-DD43-5D35-A1062F6641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111" y="2139883"/>
            <a:ext cx="5397777" cy="25782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3698102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848BF-A2EF-5484-BD7E-0AA35209D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B6DBA8-F28D-F246-F2D7-4662FAAB5D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067" y="2244664"/>
            <a:ext cx="5181866" cy="23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4167349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D119B6-B286-805E-D34E-2CCF42A1C6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B79E244-B151-DD9D-0ED1-0C3603E734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388" y="2254189"/>
            <a:ext cx="5315223" cy="2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142508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2CD576-6E93-148E-F7BF-DB794DE90D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C23F67C-67C8-5448-CD58-D7FBB9A7B4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7914" y="2247839"/>
            <a:ext cx="5296172" cy="23623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741373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F23C99-B127-B050-4A50-31EE326CF7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8C07F9F-B389-A946-0D44-EF5698069C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7586" y="2187511"/>
            <a:ext cx="5416828" cy="248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27613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E7DEF-E1EC-12CB-2ABE-B0AD097ED2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12679F-3BC5-046C-60F9-2E2A32D7CD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468" y="2257365"/>
            <a:ext cx="5131064" cy="234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8202327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B3B7CF-885B-4C9D-8CA6-4589098BD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8A8B83-68D9-88FF-B7B3-5D90E7D32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417" y="2228788"/>
            <a:ext cx="5169166" cy="2400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1076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6DB30F-EA6E-97B4-B0FA-3A2ADE8469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5C9BF73-34AD-7C89-1417-79C9FABB71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942" y="2200212"/>
            <a:ext cx="5150115" cy="2457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96574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5E0D3E-0AC6-EA1E-CBEE-4D924E322F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3E1C39-C473-E93C-0E90-2C2681D16A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993" y="2219263"/>
            <a:ext cx="5112013" cy="241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76383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96DE2-949B-82F2-9E77-1A1BA684F0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196AE1D-5AFE-94D1-A3FF-845736E021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417" y="2216087"/>
            <a:ext cx="5169166" cy="242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8173525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7DFE8-D683-CC71-2263-3BB6F86E6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CB9588-62D1-766F-CED0-1E7F1EFFD0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417" y="2162110"/>
            <a:ext cx="5169166" cy="2533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3827296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02B0BD-1550-C323-637E-EEB15EA926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8D88EE9-8972-28A6-16B9-3223EF6DFB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095" y="2168460"/>
            <a:ext cx="5035809" cy="252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8123457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602893-8770-9678-A32F-B09AE7B6A7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AE3F14E-2962-CE85-B0E0-7D52B819CA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439" y="2187511"/>
            <a:ext cx="5277121" cy="248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088463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F0EC72-658E-44CA-3822-BC85B67B7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206482A-2167-60C4-424B-DCC5080B2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315" y="2197036"/>
            <a:ext cx="5245370" cy="24639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263683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5A603-9686-D74C-5281-0774C276D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6EF915-ACF3-0DB5-F506-91C93B68D0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592" y="2206562"/>
            <a:ext cx="5162815" cy="244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8720449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8EDB2-5B98-03B1-A621-8EC483FB4F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4F0DCE-FFA7-DC4B-83BC-4EF7C1FD811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490" y="2235138"/>
            <a:ext cx="5239019" cy="23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9816242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D332A-6FEA-04D9-3516-C118155D43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361036-674B-E6F4-987A-CBBA14C0A3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9958" y="2209737"/>
            <a:ext cx="5512083" cy="2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846066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8BC451-6889-AF18-DD78-3920078D27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FEEAFF-FBFF-65FD-A1B4-BE0DAF9084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81235" y="2206562"/>
            <a:ext cx="5429529" cy="244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346940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F4EDBE-F765-4E3F-17A3-F5DBCBB3E8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987985-0EFB-CD8F-9D89-2B1626E0D00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5067" y="2187511"/>
            <a:ext cx="5181866" cy="2482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497544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542CAF-830F-6EB9-A355-E7F3B41FD7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FB19E99-91EB-B8DF-2B69-372BD4D9F5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111" y="2209737"/>
            <a:ext cx="5397777" cy="2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2424480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360C98-24F1-DD72-38A5-F84135D8D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413CD4-4922-25CC-88BF-87B5B8E2AF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8863" y="2209737"/>
            <a:ext cx="5334274" cy="2438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137798"/>
      </p:ext>
    </p:extLst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C75E40-F3B5-73EF-FA42-94C46F67BD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453168-BF62-CA70-5E47-868F0ADE3B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97111" y="2235138"/>
            <a:ext cx="5397777" cy="23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720496"/>
      </p:ext>
    </p:extLst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8FA531-162A-4E8B-2B4D-660C1838B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6A52822-A7F4-DA71-3F89-EA27181DE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5688" y="2177985"/>
            <a:ext cx="5340624" cy="250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6522034"/>
      </p:ext>
    </p:extLst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ED406B-634C-2B9D-80BB-CA1F30E191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505896F-0886-256D-23AB-4DF27D46C7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942" y="2238314"/>
            <a:ext cx="5150115" cy="2381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256184"/>
      </p:ext>
    </p:extLst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5539F5-FE07-04FB-41B6-C35638C362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4A155AA-77A0-0370-E207-A98F84B980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095" y="2190686"/>
            <a:ext cx="5035809" cy="24766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778897"/>
      </p:ext>
    </p:extLst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7D6166-653C-2DC4-524F-CFB93B8FDC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82D4A1F-C082-CDD0-4786-2440F2E6EB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2220" y="2235138"/>
            <a:ext cx="5067560" cy="23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1185423"/>
      </p:ext>
    </p:extLst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FD8682-0E44-AA1F-8024-36E411BF66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275C72F-74D4-5AF3-BD50-18A03EF86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57439" y="2311342"/>
            <a:ext cx="5277121" cy="22353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1106918"/>
      </p:ext>
    </p:extLst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C51C1-5368-E6F0-064D-2A076816F7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4B180C9-66FA-30F0-0855-01E136643C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468" y="2254189"/>
            <a:ext cx="5131064" cy="2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5626692"/>
      </p:ext>
    </p:extLst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C0E906-D13E-C6CF-37BD-D291C87DD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16349C4-F415-DD57-9C5F-CDEE0ED59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095" y="2320868"/>
            <a:ext cx="5035809" cy="221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734936"/>
      </p:ext>
    </p:extLst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EEB20A-79FA-A2C1-560D-E9A080980C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A8A625-3AA1-C252-3A41-508F863B3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723" y="2244664"/>
            <a:ext cx="4940554" cy="23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18106"/>
      </p:ext>
    </p:extLst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58B31-0C4D-31D4-D186-E2A6DBAC2B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63324DB-9731-DAD4-A547-C39BDD54E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4592" y="2257365"/>
            <a:ext cx="5162815" cy="234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1784186"/>
      </p:ext>
    </p:extLst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6D77BF-1096-9B11-8940-761B283B29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43B7CE-6824-80E4-A8F5-ED53FCAC58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5723" y="2206562"/>
            <a:ext cx="4940554" cy="244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4540119"/>
      </p:ext>
    </p:extLst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D0221-1A3C-4BC6-D369-C3DE3260F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9C8477F-AA07-F6BC-A586-09D113FF93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1891" y="2273240"/>
            <a:ext cx="5188217" cy="231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603159"/>
      </p:ext>
    </p:extLst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BC725F-CBF4-89C5-F1F8-C0A4FE552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30A9B5-5E80-16DE-3D30-8DEED8902B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2694" y="2292291"/>
            <a:ext cx="5086611" cy="227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718718"/>
      </p:ext>
    </p:extLst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141D7B-EA5B-CFC8-0E24-B45AEB78A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9DCE9A3-5C34-C326-3019-9EED0B509F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6672" y="2292291"/>
            <a:ext cx="4978656" cy="22734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3334346"/>
      </p:ext>
    </p:extLst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0919A2-0878-3511-37F3-0671BB83C7F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F93CC7A-6494-7DA8-B9CB-CA9CEA6F1B7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6"/>
          <a:stretch>
            <a:fillRect/>
          </a:stretch>
        </p:blipFill>
        <p:spPr>
          <a:xfrm>
            <a:off x="3330433" y="2188028"/>
            <a:ext cx="5531134" cy="2501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6473132"/>
      </p:ext>
    </p:extLst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9D0DB6-637F-5E0C-78B4-A93EE80418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6BB6204-D869-E51B-6B81-E5EFE80C21D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20"/>
          <a:stretch>
            <a:fillRect/>
          </a:stretch>
        </p:blipFill>
        <p:spPr>
          <a:xfrm>
            <a:off x="3428863" y="2231571"/>
            <a:ext cx="5334274" cy="24452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2121792"/>
      </p:ext>
    </p:extLst>
  </p:cSld>
  <p:clrMapOvr>
    <a:masterClrMapping/>
  </p:clrMapOvr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925C86-55E2-48FA-7D12-E9291F897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A418B71-1674-DA5A-9263-3FE9102DE4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2366" y="2254189"/>
            <a:ext cx="5207268" cy="2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4417810"/>
      </p:ext>
    </p:extLst>
  </p:cSld>
  <p:clrMapOvr>
    <a:masterClrMapping/>
  </p:clrMapOvr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137B5-C9EB-F0A4-80D2-2367B66CD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6E27AF0-C3A0-4D01-9C69-4B985B4A42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87621" y="2244664"/>
            <a:ext cx="5016758" cy="23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114759"/>
      </p:ext>
    </p:extLst>
  </p:cSld>
  <p:clrMapOvr>
    <a:masterClrMapping/>
  </p:clrMapOvr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B2AE9-E8ED-7CD0-2355-C585C545C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355F16-6BFA-E2F9-3439-6E36CEFB16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8095" y="2235138"/>
            <a:ext cx="5035809" cy="23877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3260481"/>
      </p:ext>
    </p:extLst>
  </p:cSld>
  <p:clrMapOvr>
    <a:masterClrMapping/>
  </p:clrMapOvr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FA5A7D-A493-9770-7074-69E5FB3E8A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9B684F-C41D-0606-871D-6AF83C3F46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8388" y="2168460"/>
            <a:ext cx="5315223" cy="2521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7664838"/>
      </p:ext>
    </p:extLst>
  </p:cSld>
  <p:clrMapOvr>
    <a:masterClrMapping/>
  </p:clrMapOvr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C493E5-17C4-61F8-BAC4-22F300ACD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10155E-1701-5376-A73E-B62FCF34B4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570" y="2244664"/>
            <a:ext cx="5054860" cy="23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8637786"/>
      </p:ext>
    </p:extLst>
  </p:cSld>
  <p:clrMapOvr>
    <a:masterClrMapping/>
  </p:clrMapOvr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57AA16-9258-2054-25CB-E2C0FC5B9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C9F263-11EB-9D42-5CF8-F6E3F28528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942" y="2177985"/>
            <a:ext cx="5150115" cy="2502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9081186"/>
      </p:ext>
    </p:extLst>
  </p:cSld>
  <p:clrMapOvr>
    <a:masterClrMapping/>
  </p:clrMapOvr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68EBB5-EE30-11BD-1F20-5C46AF4E34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66B3274-7A93-9A30-C286-D8722F3B10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197" y="2254189"/>
            <a:ext cx="4959605" cy="23496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574707"/>
      </p:ext>
    </p:extLst>
  </p:cSld>
  <p:clrMapOvr>
    <a:masterClrMapping/>
  </p:clrMapOvr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57AA31-777B-E039-AF1E-7639E165B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E83210-465E-5F45-AB8E-110C1CB26B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745" y="2263715"/>
            <a:ext cx="5048509" cy="233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6967343"/>
      </p:ext>
    </p:extLst>
  </p:cSld>
  <p:clrMapOvr>
    <a:masterClrMapping/>
  </p:clrMapOvr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3873E4-D839-8818-6C36-8098DB3E2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71BFB95-80AB-0378-E845-BC60127AC3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5541" y="2206562"/>
            <a:ext cx="5200917" cy="2444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85076"/>
      </p:ext>
    </p:extLst>
  </p:cSld>
  <p:clrMapOvr>
    <a:masterClrMapping/>
  </p:clrMapOvr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6F498F-277C-838F-869D-E45488F086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44AAC45-51EC-FFD3-E012-1D20D0A24B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8570" y="2273240"/>
            <a:ext cx="5054860" cy="23115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233238"/>
      </p:ext>
    </p:extLst>
  </p:cSld>
  <p:clrMapOvr>
    <a:masterClrMapping/>
  </p:clrMapOvr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D39ECB-4603-C5EC-E351-5AEB751DA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4618C6-FDD3-8663-BA9A-BD10B36C48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1417" y="2257365"/>
            <a:ext cx="5169166" cy="2343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317807"/>
      </p:ext>
    </p:extLst>
  </p:cSld>
  <p:clrMapOvr>
    <a:masterClrMapping/>
  </p:clrMapOvr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19BDD6-E7AA-5909-4C51-517B98699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589C54-DA6E-B947-8AD7-F4A067C39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0468" y="2219263"/>
            <a:ext cx="5131064" cy="2419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3024087"/>
      </p:ext>
    </p:extLst>
  </p:cSld>
  <p:clrMapOvr>
    <a:masterClrMapping/>
  </p:clrMapOvr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18934-5940-3FAD-D3C9-F8E2AC957B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E36B770-7798-58A7-C1A3-F4BFFF202D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63789" y="2216087"/>
            <a:ext cx="5264421" cy="24258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877419"/>
      </p:ext>
    </p:extLst>
  </p:cSld>
  <p:clrMapOvr>
    <a:masterClrMapping/>
  </p:clrMapOvr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A1E7F-2746-0642-0960-34193469CC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0B279B-3082-FD52-76F6-65B4804388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1745" y="2301817"/>
            <a:ext cx="5048509" cy="22543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8927467"/>
      </p:ext>
    </p:extLst>
  </p:cSld>
  <p:clrMapOvr>
    <a:masterClrMapping/>
  </p:clrMapOvr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885062-09F8-3D4F-8B1A-F7A2AA6DEB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979F08-2358-C64B-2F27-0961A5D346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6490" y="2263715"/>
            <a:ext cx="5239019" cy="23305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5685968"/>
      </p:ext>
    </p:extLst>
  </p:cSld>
  <p:clrMapOvr>
    <a:masterClrMapping/>
  </p:clrMapOvr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D3D85B-8A83-D8D7-E69D-A51179D02C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B596D4D-00F2-8014-9586-8A64C58226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1886" y="2409772"/>
            <a:ext cx="3448227" cy="203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9964200"/>
      </p:ext>
    </p:extLst>
  </p:cSld>
  <p:clrMapOvr>
    <a:masterClrMapping/>
  </p:clrMapOvr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EBA51C-14D8-5975-2E19-CEEABB480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4621CB-5003-874C-91B8-1F856355FA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084" y="2457400"/>
            <a:ext cx="3549832" cy="19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479043"/>
      </p:ext>
    </p:extLst>
  </p:cSld>
  <p:clrMapOvr>
    <a:masterClrMapping/>
  </p:clrMapOvr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85CFCB-9F06-C090-CE3C-703434457B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3695C69-6714-C086-63AF-5B3054945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950" y="2387546"/>
            <a:ext cx="2902099" cy="20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0505342"/>
      </p:ext>
    </p:extLst>
  </p:cSld>
  <p:clrMapOvr>
    <a:masterClrMapping/>
  </p:clrMapOvr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B73748-B815-35E4-5BD6-CB16A0DAF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F294793-34A0-E742-E190-D2B10F8C8F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6737" y="2419298"/>
            <a:ext cx="2438525" cy="201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734490"/>
      </p:ext>
    </p:extLst>
  </p:cSld>
  <p:clrMapOvr>
    <a:masterClrMapping/>
  </p:clrMapOvr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584A4-BEAD-4403-3637-3F48E81B4B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45072D6-B992-981B-E770-D2690FDFB8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35389" y="2244664"/>
            <a:ext cx="3321221" cy="236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357066"/>
      </p:ext>
    </p:extLst>
  </p:cSld>
  <p:clrMapOvr>
    <a:masterClrMapping/>
  </p:clrMapOvr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D9A107-2869-2499-2246-3F772387D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595B645-A1A0-8A11-CE36-CBDE0DC724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268" y="2406597"/>
            <a:ext cx="4159464" cy="204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3384972"/>
      </p:ext>
    </p:extLst>
  </p:cSld>
  <p:clrMapOvr>
    <a:masterClrMapping/>
  </p:clrMapOvr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9C6F35-D151-058B-E64C-24429F19C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2B33BA9-65B6-B4A0-7278-5E1DB2E1E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268" y="2454225"/>
            <a:ext cx="4159464" cy="194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376865"/>
      </p:ext>
    </p:extLst>
  </p:cSld>
  <p:clrMapOvr>
    <a:masterClrMapping/>
  </p:clrMapOvr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ED941-62D4-A5FF-29B1-22EEF8BD6C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7792A0-4C99-1211-7C8A-BD62A877BF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05137" y="2447874"/>
            <a:ext cx="4381725" cy="19622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9150666"/>
      </p:ext>
    </p:extLst>
  </p:cSld>
  <p:clrMapOvr>
    <a:masterClrMapping/>
  </p:clrMapOvr>
</p:sld>
</file>

<file path=ppt/slides/slide1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3633DC-3FCA-BF67-9A7F-297A69439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9D72D0-E78F-580C-8CC7-12420238B6A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4427"/>
          <a:stretch>
            <a:fillRect/>
          </a:stretch>
        </p:blipFill>
        <p:spPr>
          <a:xfrm>
            <a:off x="3768605" y="2471057"/>
            <a:ext cx="4654789" cy="2008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6428018"/>
      </p:ext>
    </p:extLst>
  </p:cSld>
  <p:clrMapOvr>
    <a:masterClrMapping/>
  </p:clrMapOvr>
</p:sld>
</file>

<file path=ppt/slides/slide1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79B62C-C05E-225A-9067-52D77C8FD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FD3309-9212-97DB-278A-DA00F2B812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63895" y="2444699"/>
            <a:ext cx="4064209" cy="196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24064809"/>
      </p:ext>
    </p:extLst>
  </p:cSld>
  <p:clrMapOvr>
    <a:masterClrMapping/>
  </p:clrMapOvr>
</p:sld>
</file>

<file path=ppt/slides/slide1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BC569-17E2-6CF9-AAD6-EF8ED8003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471BE7-1E3B-20F4-6E94-8CB8635DEF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4844" y="2492327"/>
            <a:ext cx="4102311" cy="1873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03179"/>
      </p:ext>
    </p:extLst>
  </p:cSld>
  <p:clrMapOvr>
    <a:masterClrMapping/>
  </p:clrMapOvr>
</p:sld>
</file>

<file path=ppt/slides/slide1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01E62-E85C-A4AE-0FBA-5AFC4D901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D6E9F042-C11E-A186-FDBD-A11964568A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8236" y="2387546"/>
            <a:ext cx="3435527" cy="20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862296"/>
      </p:ext>
    </p:extLst>
  </p:cSld>
  <p:clrMapOvr>
    <a:masterClrMapping/>
  </p:clrMapOvr>
</p:sld>
</file>

<file path=ppt/slides/slide1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F45C65-FBD9-4CA9-328A-349EEF6B5D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81D932C2-9A32-871E-93C8-DC2A0CD430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835" y="2444699"/>
            <a:ext cx="3486329" cy="1968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044753"/>
      </p:ext>
    </p:extLst>
  </p:cSld>
  <p:clrMapOvr>
    <a:masterClrMapping/>
  </p:clrMapOvr>
</p:sld>
</file>

<file path=ppt/slides/slide1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C0311B-392A-C8AA-AA0A-0C91C947B2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C8ABBAE-5F7A-1FBE-FB0C-210DBB7C702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2290" y="2387546"/>
            <a:ext cx="4267419" cy="20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84028"/>
      </p:ext>
    </p:extLst>
  </p:cSld>
  <p:clrMapOvr>
    <a:masterClrMapping/>
  </p:clrMapOvr>
</p:sld>
</file>

<file path=ppt/slides/slide1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B120D-E489-F643-E8BE-76ABFF900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D54AC0-0CF7-1A23-E460-5BDB5368F9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5314" y="2368495"/>
            <a:ext cx="2381372" cy="212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4584848"/>
      </p:ext>
    </p:extLst>
  </p:cSld>
  <p:clrMapOvr>
    <a:masterClrMapping/>
  </p:clrMapOvr>
</p:sld>
</file>

<file path=ppt/slides/slide1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0884A-6D48-8213-B989-6C79DF3AE3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8934056-7716-345E-5E6F-6120E59676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589" y="2435174"/>
            <a:ext cx="4292821" cy="198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782762"/>
      </p:ext>
    </p:extLst>
  </p:cSld>
  <p:clrMapOvr>
    <a:masterClrMapping/>
  </p:clrMapOvr>
</p:sld>
</file>

<file path=ppt/slides/slide1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0AD972-B856-D81F-AFDC-FA4A7B7B39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65D5401-B0CE-86ED-4546-151F2333D0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0240" y="2352619"/>
            <a:ext cx="2311519" cy="21527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461988"/>
      </p:ext>
    </p:extLst>
  </p:cSld>
  <p:clrMapOvr>
    <a:masterClrMapping/>
  </p:clrMapOvr>
</p:sld>
</file>

<file path=ppt/slides/slide1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D4AE9-0102-76DE-BE70-324ADD9EE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B5599E6-AFE6-BB3B-E254-78435CC723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7358" y="2390721"/>
            <a:ext cx="2597283" cy="207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8033007"/>
      </p:ext>
    </p:extLst>
  </p:cSld>
  <p:clrMapOvr>
    <a:masterClrMapping/>
  </p:clrMapOvr>
</p:sld>
</file>

<file path=ppt/slides/slide1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618C21-330C-59F8-F68D-B20FD7724B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A3400B2-0A61-C2D2-CD58-55B91B270D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084" y="2368495"/>
            <a:ext cx="3549832" cy="2121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3110616"/>
      </p:ext>
    </p:extLst>
  </p:cSld>
  <p:clrMapOvr>
    <a:masterClrMapping/>
  </p:clrMapOvr>
</p:sld>
</file>

<file path=ppt/slides/slide1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326568-DC5E-9C0D-34BC-D5C21755B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626371-439A-F196-3AB0-A3A703AA1A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49589" y="2387546"/>
            <a:ext cx="4292821" cy="20829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785215"/>
      </p:ext>
    </p:extLst>
  </p:cSld>
  <p:clrMapOvr>
    <a:masterClrMapping/>
  </p:clrMapOvr>
</p:sld>
</file>

<file path=ppt/slides/slide1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96365E-9520-62EF-397A-D025314A01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26ED70D-F6D0-2154-6546-C406F8B30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039" y="2416123"/>
            <a:ext cx="3333921" cy="20257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0691441"/>
      </p:ext>
    </p:extLst>
  </p:cSld>
  <p:clrMapOvr>
    <a:masterClrMapping/>
  </p:clrMapOvr>
</p:sld>
</file>

<file path=ppt/slides/slide1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DBB9CE-8CBC-DAF2-83FB-50B8F9A434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5373C48-3F83-A308-9A2D-768EB13538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1487" y="2397072"/>
            <a:ext cx="4369025" cy="206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5326581"/>
      </p:ext>
    </p:extLst>
  </p:cSld>
  <p:clrMapOvr>
    <a:masterClrMapping/>
  </p:clrMapOvr>
</p:sld>
</file>

<file path=ppt/slides/slide1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971EC0-009A-520A-8F7C-E2392F4B16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1FFA2E7-A11C-F0DA-9EF6-56B0BF4792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2138" y="2549480"/>
            <a:ext cx="2387723" cy="1759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4297774"/>
      </p:ext>
    </p:extLst>
  </p:cSld>
  <p:clrMapOvr>
    <a:masterClrMapping/>
  </p:clrMapOvr>
</p:sld>
</file>

<file path=ppt/slides/slide1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3CD96-9140-92BD-F39E-D9EED38B77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764C2A-A7DB-3E0A-62BD-EB51D6BE0B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06742" y="2390721"/>
            <a:ext cx="4178515" cy="2076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6556786"/>
      </p:ext>
    </p:extLst>
  </p:cSld>
  <p:clrMapOvr>
    <a:masterClrMapping/>
  </p:clrMapOvr>
</p:sld>
</file>

<file path=ppt/slides/slide1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D538B9-3AD6-EA50-ABDF-6AEE198DDA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3A395B0-B69C-3CA0-B4EE-612B5CF3DB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16268" y="2435174"/>
            <a:ext cx="4159464" cy="198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882684"/>
      </p:ext>
    </p:extLst>
  </p:cSld>
  <p:clrMapOvr>
    <a:masterClrMapping/>
  </p:clrMapOvr>
</p:sld>
</file>

<file path=ppt/slides/slide1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0D80A6-84D9-3C24-9B2C-34820D6E74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0DE682B-FEAD-F413-B9C2-72649707F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5495" y="2406597"/>
            <a:ext cx="2121009" cy="2044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9933683"/>
      </p:ext>
    </p:extLst>
  </p:cSld>
  <p:clrMapOvr>
    <a:masterClrMapping/>
  </p:clrMapOvr>
</p:sld>
</file>

<file path=ppt/slides/slide1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0DBCC3-89C8-3694-1903-2A71AADE62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E46F479-2CA1-62A8-62C0-50B91DDA3E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8166" y="2397072"/>
            <a:ext cx="4235668" cy="20638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66878115"/>
      </p:ext>
    </p:extLst>
  </p:cSld>
  <p:clrMapOvr>
    <a:masterClrMapping/>
  </p:clrMapOvr>
</p:sld>
</file>

<file path=ppt/slides/slide1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DA2339-185E-0224-E41C-824B490F72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2D3F3AF-8DA8-C52E-3BD9-76CA0BFC08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90972" y="2371670"/>
            <a:ext cx="3010055" cy="2114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0235552"/>
      </p:ext>
    </p:extLst>
  </p:cSld>
  <p:clrMapOvr>
    <a:masterClrMapping/>
  </p:clrMapOvr>
</p:sld>
</file>

<file path=ppt/slides/slide1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6A91C3-0BD6-A052-09AD-36519B9AB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84C515B-2F08-9B4D-3F23-23BF9403F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73527" y="2381196"/>
            <a:ext cx="2844946" cy="2095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7144598"/>
      </p:ext>
    </p:extLst>
  </p:cSld>
  <p:clrMapOvr>
    <a:masterClrMapping/>
  </p:clrMapOvr>
</p:sld>
</file>

<file path=ppt/slides/slide1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9DDFA9-7127-CF59-AEF7-2A44F7536E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06AAC5-7ED1-03E7-D1B4-6C6DA577C1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9939" y="1082554"/>
            <a:ext cx="11132122" cy="4692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676508"/>
      </p:ext>
    </p:extLst>
  </p:cSld>
  <p:clrMapOvr>
    <a:masterClrMapping/>
  </p:clrMapOvr>
</p:sld>
</file>

<file path=ppt/slides/slide1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6B8A2C-9584-FEFD-B245-4D9D51731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EA70A84-C9B3-F813-E2C0-212EC7EB8E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55" y="1196860"/>
            <a:ext cx="11468689" cy="4464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9888001"/>
      </p:ext>
    </p:extLst>
  </p:cSld>
  <p:clrMapOvr>
    <a:masterClrMapping/>
  </p:clrMapOvr>
</p:sld>
</file>

<file path=ppt/slides/slide1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DA5E07-75A3-7B14-C58C-B9DBE46473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328D56C-C0F0-0F1C-816F-94529E6579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130" y="1215911"/>
            <a:ext cx="11487740" cy="4426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044429"/>
      </p:ext>
    </p:extLst>
  </p:cSld>
  <p:clrMapOvr>
    <a:masterClrMapping/>
  </p:clrMapOvr>
</p:sld>
</file>

<file path=ppt/slides/slide1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DF663E-86B2-42B9-8DB0-C1CECBA704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3D805BA-F965-3DD2-3292-74E7E6651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655" y="1187335"/>
            <a:ext cx="11468689" cy="4483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1410108"/>
      </p:ext>
    </p:extLst>
  </p:cSld>
  <p:clrMapOvr>
    <a:masterClrMapping/>
  </p:clrMapOvr>
</p:sld>
</file>

<file path=ppt/slides/slide1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98E67E-7BF4-0755-7DCA-06D5B0FE22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09691AC-7358-A000-7E42-C7FE4F128F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706" y="1139707"/>
            <a:ext cx="11430587" cy="4578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6530868"/>
      </p:ext>
    </p:extLst>
  </p:cSld>
  <p:clrMapOvr>
    <a:masterClrMapping/>
  </p:clrMapOvr>
</p:sld>
</file>

<file path=ppt/slides/slide1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9B51A-E550-3F58-85A3-D401541C4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E9CA4B4-B204-C472-3832-C55C6539FE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327" y="1101605"/>
            <a:ext cx="11589346" cy="46547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529435"/>
      </p:ext>
    </p:extLst>
  </p:cSld>
  <p:clrMapOvr>
    <a:masterClrMapping/>
  </p:clrMapOvr>
</p:sld>
</file>

<file path=ppt/slides/slide1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F178A-0393-ACA8-CF97-F872C35A3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F53F3F8-0DA1-A799-117D-C8DCE5C63C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4028" y="1047627"/>
            <a:ext cx="11563944" cy="4762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2800747"/>
      </p:ext>
    </p:extLst>
  </p:cSld>
  <p:clrMapOvr>
    <a:masterClrMapping/>
  </p:clrMapOvr>
</p:sld>
</file>

<file path=ppt/slides/slide1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75FE75-DD07-694B-73B9-D19BDEC299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66101528-B787-467B-EF89-8B9EC6068B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62" y="1368319"/>
            <a:ext cx="11189275" cy="412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1549325"/>
      </p:ext>
    </p:extLst>
  </p:cSld>
  <p:clrMapOvr>
    <a:masterClrMapping/>
  </p:clrMapOvr>
</p:sld>
</file>

<file path=ppt/slides/slide1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74DBC2-B190-9EBC-AA4D-C6A739E58A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B664CDD-2F3D-9990-F255-2B9A72E94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158" y="1396895"/>
            <a:ext cx="11341683" cy="4064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004022"/>
      </p:ext>
    </p:extLst>
  </p:cSld>
  <p:clrMapOvr>
    <a:masterClrMapping/>
  </p:clrMapOvr>
</p:sld>
</file>

<file path=ppt/slides/slide1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9C3FE-AF64-E631-048B-A2A284FBCC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7627CF6-0758-5CAB-00EC-B367FBA20A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3735" y="1409596"/>
            <a:ext cx="11284530" cy="4038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426204"/>
      </p:ext>
    </p:extLst>
  </p:cSld>
  <p:clrMapOvr>
    <a:masterClrMapping/>
  </p:clrMapOvr>
</p:sld>
</file>

<file path=ppt/slides/slide1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1388FA-8C57-1234-387D-97FD33739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1BFB0FD-763E-D10E-912C-613FDE2735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61" y="1368319"/>
            <a:ext cx="11240078" cy="412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307588"/>
      </p:ext>
    </p:extLst>
  </p:cSld>
  <p:clrMapOvr>
    <a:masterClrMapping/>
  </p:clrMapOvr>
</p:sld>
</file>

<file path=ppt/slides/slide1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29EA7-2405-5F14-8D5B-EB807F00AF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12EE53D-31B2-5AA7-9686-3209999F55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4063" y="1311166"/>
            <a:ext cx="11163874" cy="423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6344065"/>
      </p:ext>
    </p:extLst>
  </p:cSld>
  <p:clrMapOvr>
    <a:masterClrMapping/>
  </p:clrMapOvr>
</p:sld>
</file>

<file path=ppt/slides/slide1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00DEFE-7448-151A-67FF-F4ED329B00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D479449-000A-2962-49AF-065410A8D9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1362" y="1266714"/>
            <a:ext cx="11189275" cy="4324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0717728"/>
      </p:ext>
    </p:extLst>
  </p:cSld>
  <p:clrMapOvr>
    <a:masterClrMapping/>
  </p:clrMapOvr>
</p:sld>
</file>

<file path=ppt/slides/slide1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F776F-A57F-9580-A5B6-F6118FBBEF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0357992-1DB2-DE97-263A-C5A4FF8C5F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684" y="1695361"/>
            <a:ext cx="11322632" cy="34672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5799175"/>
      </p:ext>
    </p:extLst>
  </p:cSld>
  <p:clrMapOvr>
    <a:masterClrMapping/>
  </p:clrMapOvr>
</p:sld>
</file>

<file path=ppt/slides/slide1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7F6D6-5A88-D203-757B-BC478103BC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E1D2DD6-5EDA-36AF-96EA-C90632D9AA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384" y="1447698"/>
            <a:ext cx="11297231" cy="3962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332024"/>
      </p:ext>
    </p:extLst>
  </p:cSld>
  <p:clrMapOvr>
    <a:masterClrMapping/>
  </p:clrMapOvr>
</p:sld>
</file>

<file path=ppt/slides/slide1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D17438-E464-42CC-3088-1B0E69A7E2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DB8C2A4-F83D-C46B-9185-F624C65ED8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5012" y="1444523"/>
            <a:ext cx="11201976" cy="39689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591413"/>
      </p:ext>
    </p:extLst>
  </p:cSld>
  <p:clrMapOvr>
    <a:masterClrMapping/>
  </p:clrMapOvr>
</p:sld>
</file>

<file path=ppt/slides/slide1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24B489-BAE7-6206-DE85-A65A31829F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FA87F8-0288-DFC0-9FA2-1F17BB31BC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531" y="1301640"/>
            <a:ext cx="11436938" cy="42547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76689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195</TotalTime>
  <Words>0</Words>
  <Application>Microsoft Office PowerPoint</Application>
  <PresentationFormat>Widescreen</PresentationFormat>
  <Paragraphs>0</Paragraphs>
  <Slides>182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182</vt:i4>
      </vt:variant>
    </vt:vector>
  </HeadingPairs>
  <TitlesOfParts>
    <vt:vector size="186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 C</dc:creator>
  <cp:lastModifiedBy>L C</cp:lastModifiedBy>
  <cp:revision>6</cp:revision>
  <dcterms:created xsi:type="dcterms:W3CDTF">2025-09-17T11:04:49Z</dcterms:created>
  <dcterms:modified xsi:type="dcterms:W3CDTF">2025-09-17T15:16:17Z</dcterms:modified>
</cp:coreProperties>
</file>